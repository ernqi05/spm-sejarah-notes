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C4"/>
    <a:srgbClr val="B1E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" y="-61079"/>
            <a:ext cx="16911918" cy="943367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97F969-6E85-4F8C-A2C6-63634E0C8EBB}"/>
              </a:ext>
            </a:extLst>
          </p:cNvPr>
          <p:cNvSpPr/>
          <p:nvPr/>
        </p:nvSpPr>
        <p:spPr>
          <a:xfrm>
            <a:off x="6989957" y="7318623"/>
            <a:ext cx="4795643" cy="1291978"/>
          </a:xfrm>
          <a:prstGeom prst="rect">
            <a:avLst/>
          </a:prstGeom>
          <a:solidFill>
            <a:srgbClr val="FFBEC4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E47D6A-1F86-45CE-8DF6-F1E1D52CFA63}"/>
              </a:ext>
            </a:extLst>
          </p:cNvPr>
          <p:cNvSpPr/>
          <p:nvPr/>
        </p:nvSpPr>
        <p:spPr>
          <a:xfrm>
            <a:off x="6989957" y="7318623"/>
            <a:ext cx="479564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 err="1"/>
              <a:t>Perlembagaan</a:t>
            </a:r>
            <a:r>
              <a:rPr lang="en-US" sz="3200" dirty="0"/>
              <a:t> = </a:t>
            </a:r>
          </a:p>
          <a:p>
            <a:pPr algn="ctr"/>
            <a:r>
              <a:rPr lang="zh-CN" altLang="en-US" sz="3200" dirty="0"/>
              <a:t>国家最高规则 </a:t>
            </a:r>
            <a:r>
              <a:rPr lang="en-US" altLang="zh-CN" sz="3200" dirty="0"/>
              <a:t>+ </a:t>
            </a:r>
            <a:r>
              <a:rPr lang="zh-CN" altLang="en-US" sz="3200" dirty="0"/>
              <a:t>管理政府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A14FE-6804-4C78-ABED-B018377F3DF7}"/>
              </a:ext>
            </a:extLst>
          </p:cNvPr>
          <p:cNvSpPr/>
          <p:nvPr/>
        </p:nvSpPr>
        <p:spPr>
          <a:xfrm>
            <a:off x="5880337" y="0"/>
            <a:ext cx="479564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/>
              <a:t>Prepared </a:t>
            </a:r>
            <a:r>
              <a:rPr lang="en-US" altLang="zh-CN" sz="2400" dirty="0"/>
              <a:t>By: </a:t>
            </a:r>
            <a:r>
              <a:rPr lang="en-US" altLang="zh-CN" sz="2400" dirty="0" err="1"/>
              <a:t>ErnQzhi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22650E-390F-44CC-A3C3-8C2F138F2D93}"/>
              </a:ext>
            </a:extLst>
          </p:cNvPr>
          <p:cNvSpPr/>
          <p:nvPr/>
        </p:nvSpPr>
        <p:spPr>
          <a:xfrm>
            <a:off x="8415293" y="3606105"/>
            <a:ext cx="203773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teras: 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原则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6D11F-C3B1-4B36-8720-86D6668555E1}"/>
              </a:ext>
            </a:extLst>
          </p:cNvPr>
          <p:cNvSpPr/>
          <p:nvPr/>
        </p:nvSpPr>
        <p:spPr>
          <a:xfrm>
            <a:off x="10669163" y="3606104"/>
            <a:ext cx="268535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panduan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指南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8EA797-17C4-46CE-A29F-11782441F7AA}"/>
              </a:ext>
            </a:extLst>
          </p:cNvPr>
          <p:cNvSpPr/>
          <p:nvPr/>
        </p:nvSpPr>
        <p:spPr>
          <a:xfrm>
            <a:off x="9950328" y="7796983"/>
            <a:ext cx="10054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制定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2C0DDA-2883-40BF-A393-D8BA5A27B87A}"/>
              </a:ext>
            </a:extLst>
          </p:cNvPr>
          <p:cNvSpPr/>
          <p:nvPr/>
        </p:nvSpPr>
        <p:spPr>
          <a:xfrm>
            <a:off x="6680200" y="5410200"/>
            <a:ext cx="100540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忠诚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512D1-55CE-413C-A87B-9A2CCA727F48}"/>
              </a:ext>
            </a:extLst>
          </p:cNvPr>
          <p:cNvSpPr/>
          <p:nvPr/>
        </p:nvSpPr>
        <p:spPr>
          <a:xfrm>
            <a:off x="11099800" y="5721637"/>
            <a:ext cx="23314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Piagam</a:t>
            </a:r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zh-CN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宪章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7721B2-D715-4FCD-9BFC-E4803FC247DA}"/>
              </a:ext>
            </a:extLst>
          </p:cNvPr>
          <p:cNvSpPr/>
          <p:nvPr/>
        </p:nvSpPr>
        <p:spPr>
          <a:xfrm>
            <a:off x="9082155" y="7696200"/>
            <a:ext cx="301396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Melindungi</a:t>
            </a:r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保护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12ED58-92C0-4474-A71D-DAB71A7CFAC8}"/>
              </a:ext>
            </a:extLst>
          </p:cNvPr>
          <p:cNvSpPr/>
          <p:nvPr/>
        </p:nvSpPr>
        <p:spPr>
          <a:xfrm>
            <a:off x="12852400" y="2362201"/>
            <a:ext cx="3276600" cy="2819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Charter of Justice </a:t>
            </a:r>
          </a:p>
          <a:p>
            <a:pPr marL="342900" indent="-342900" algn="ctr">
              <a:buAutoNum type="arabicPeriod"/>
            </a:pPr>
            <a:r>
              <a:rPr lang="en-US" b="1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Charter of Justice I (1807)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: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Mahkamah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di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Pulau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Pinang</a:t>
            </a:r>
          </a:p>
          <a:p>
            <a:pPr marL="342900" indent="-342900" algn="ctr">
              <a:buAutoNum type="arabicPeriod"/>
            </a:pPr>
            <a:r>
              <a:rPr lang="en-US" b="1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Charter of Justice II (1826):</a:t>
            </a:r>
          </a:p>
          <a:p>
            <a:pPr algn="ctr"/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Menyatukan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mahkamah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di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Pulau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Pinang+Sinapura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+ Melaka</a:t>
            </a:r>
          </a:p>
          <a:p>
            <a:pPr algn="ctr"/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3. </a:t>
            </a:r>
            <a:r>
              <a:rPr lang="en-US" b="1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Charter of Justice III (1855)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: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Mahkamah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di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Singapura+Pulau</a:t>
            </a:r>
            <a:r>
              <a:rPr lang="en-US" dirty="0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 </a:t>
            </a:r>
            <a:r>
              <a:rPr lang="en-US" dirty="0" err="1">
                <a:latin typeface="Thorndale AMT" panose="02020603050405020304" pitchFamily="18" charset="0"/>
                <a:ea typeface="Tahoma" panose="020B0604030504040204" pitchFamily="34" charset="0"/>
                <a:cs typeface="Thorndale AMT" panose="02020603050405020304" pitchFamily="18" charset="0"/>
              </a:rPr>
              <a:t>Pinang+Melaka</a:t>
            </a:r>
            <a:endParaRPr lang="en-US" dirty="0">
              <a:latin typeface="Thorndale AMT" panose="02020603050405020304" pitchFamily="18" charset="0"/>
              <a:ea typeface="Tahoma" panose="020B0604030504040204" pitchFamily="34" charset="0"/>
              <a:cs typeface="Thorndale AMT" panose="02020603050405020304" pitchFamily="18" charset="0"/>
            </a:endParaRP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461B85-4209-4BA0-928D-84FB3B51F0D6}"/>
              </a:ext>
            </a:extLst>
          </p:cNvPr>
          <p:cNvSpPr/>
          <p:nvPr/>
        </p:nvSpPr>
        <p:spPr>
          <a:xfrm>
            <a:off x="4318000" y="7162800"/>
            <a:ext cx="3810000" cy="1143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Majlis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Tertingg</a:t>
            </a:r>
            <a:r>
              <a:rPr lang="en-US" altLang="zh-C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Pengerusi: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Gabenor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Anggota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Setiausaha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Setiausaha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Kewangan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Peguam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Negara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57880-0EF7-422B-9F91-64A1D8B6D718}"/>
              </a:ext>
            </a:extLst>
          </p:cNvPr>
          <p:cNvSpPr/>
          <p:nvPr/>
        </p:nvSpPr>
        <p:spPr>
          <a:xfrm>
            <a:off x="8382000" y="7181850"/>
            <a:ext cx="4394200" cy="1143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基本上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Sarawak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的基本管理權還在的 只是交給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Gabenor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來做顧問。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Sabah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的話管理權基本在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Gabenor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身上。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A75DC80-4382-4D1C-9603-C70FC393467D}"/>
              </a:ext>
            </a:extLst>
          </p:cNvPr>
          <p:cNvSpPr/>
          <p:nvPr/>
        </p:nvSpPr>
        <p:spPr>
          <a:xfrm>
            <a:off x="1574800" y="6858000"/>
            <a:ext cx="38100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Pengerusi Majlis: Raja Muda Yusof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F8650C-C94A-4644-8A9B-1C40B6A99A4D}"/>
              </a:ext>
            </a:extLst>
          </p:cNvPr>
          <p:cNvSpPr/>
          <p:nvPr/>
        </p:nvSpPr>
        <p:spPr>
          <a:xfrm>
            <a:off x="3937000" y="7981950"/>
            <a:ext cx="3810000" cy="1009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digubal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Majlis </a:t>
            </a:r>
            <a:r>
              <a:rPr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Undangan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Negeri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NNMB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digubal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Majlis Persekutuan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NNMTB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digubal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Majlis Negeri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A85FE-1D94-434D-B421-589F2AC237EE}"/>
              </a:ext>
            </a:extLst>
          </p:cNvPr>
          <p:cNvSpPr/>
          <p:nvPr/>
        </p:nvSpPr>
        <p:spPr>
          <a:xfrm>
            <a:off x="12547600" y="2743200"/>
            <a:ext cx="1828800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Menjadi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asas</a:t>
            </a:r>
            <a:endParaRPr lang="en-US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34C8D1-E967-4769-B6D2-CDD52A65914D}"/>
              </a:ext>
            </a:extLst>
          </p:cNvPr>
          <p:cNvSpPr txBox="1"/>
          <p:nvPr/>
        </p:nvSpPr>
        <p:spPr>
          <a:xfrm>
            <a:off x="2184400" y="1295400"/>
            <a:ext cx="289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Kesultanan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1A24A4-1FCA-40A3-A2CE-10D59A4635FC}"/>
              </a:ext>
            </a:extLst>
          </p:cNvPr>
          <p:cNvSpPr txBox="1"/>
          <p:nvPr/>
        </p:nvSpPr>
        <p:spPr>
          <a:xfrm>
            <a:off x="11861800" y="5257800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Kedudukan</a:t>
            </a:r>
            <a:endParaRPr lang="en-US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5F643F-0EAD-437B-971A-D02A4A2B0403}"/>
              </a:ext>
            </a:extLst>
          </p:cNvPr>
          <p:cNvSpPr/>
          <p:nvPr/>
        </p:nvSpPr>
        <p:spPr>
          <a:xfrm>
            <a:off x="10718800" y="2057400"/>
            <a:ext cx="429476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Klausa</a:t>
            </a:r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baharu</a:t>
            </a:r>
            <a:r>
              <a:rPr lang="en-US" altLang="zh-CN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新的法令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055D3-811E-4CD6-9AC4-0C16F7CA82AF}"/>
              </a:ext>
            </a:extLst>
          </p:cNvPr>
          <p:cNvSpPr/>
          <p:nvPr/>
        </p:nvSpPr>
        <p:spPr>
          <a:xfrm>
            <a:off x="2870200" y="6400800"/>
            <a:ext cx="141897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修正案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173</Words>
  <Application>Microsoft Office PowerPoint</Application>
  <PresentationFormat>Custom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Thorndale AMT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ernqzhikong@gmail.com</cp:lastModifiedBy>
  <cp:revision>8</cp:revision>
  <dcterms:created xsi:type="dcterms:W3CDTF">2006-08-16T00:00:00Z</dcterms:created>
  <dcterms:modified xsi:type="dcterms:W3CDTF">2026-08-26T16:33:44Z</dcterms:modified>
</cp:coreProperties>
</file>