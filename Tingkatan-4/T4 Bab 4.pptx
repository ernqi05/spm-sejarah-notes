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83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955A70-C958-4F2D-9C5C-E668A66C1AC3}"/>
              </a:ext>
            </a:extLst>
          </p:cNvPr>
          <p:cNvSpPr txBox="1"/>
          <p:nvPr/>
        </p:nvSpPr>
        <p:spPr>
          <a:xfrm>
            <a:off x="4813300" y="1752600"/>
            <a:ext cx="662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venir Next Cyr W04 Demi" panose="020B0703020202020204" pitchFamily="34" charset="0"/>
              </a:rPr>
              <a:t>Prepared By: Kong Ern </a:t>
            </a:r>
            <a:r>
              <a:rPr lang="en-US" altLang="zh-CN" sz="2400" dirty="0" err="1">
                <a:latin typeface="Avenir Next Cyr W04 Demi" panose="020B0703020202020204" pitchFamily="34" charset="0"/>
              </a:rPr>
              <a:t>Qzhi</a:t>
            </a:r>
            <a:endParaRPr lang="en-US" sz="2400" dirty="0">
              <a:latin typeface="Avenir Next Cyr W04 Demi" panose="020B0703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FC8972-E301-43B0-8DAF-13FCA1B3BC34}"/>
              </a:ext>
            </a:extLst>
          </p:cNvPr>
          <p:cNvSpPr txBox="1"/>
          <p:nvPr/>
        </p:nvSpPr>
        <p:spPr>
          <a:xfrm>
            <a:off x="5384800" y="3886200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解散</a:t>
            </a:r>
            <a:endParaRPr lang="en-US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8B02D0-2D19-4ACF-A9B8-98CF76641577}"/>
              </a:ext>
            </a:extLst>
          </p:cNvPr>
          <p:cNvSpPr txBox="1"/>
          <p:nvPr/>
        </p:nvSpPr>
        <p:spPr>
          <a:xfrm>
            <a:off x="5003800" y="5181600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修理</a:t>
            </a:r>
            <a:endParaRPr lang="en-US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6F97B7-63AC-40E5-90E5-738393F7A94A}"/>
              </a:ext>
            </a:extLst>
          </p:cNvPr>
          <p:cNvSpPr txBox="1"/>
          <p:nvPr/>
        </p:nvSpPr>
        <p:spPr>
          <a:xfrm>
            <a:off x="2565400" y="6553200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贏得人心</a:t>
            </a:r>
            <a:endParaRPr 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09D304-876E-4DF4-B1DA-0DB7FF89A387}"/>
              </a:ext>
            </a:extLst>
          </p:cNvPr>
          <p:cNvSpPr txBox="1"/>
          <p:nvPr/>
        </p:nvSpPr>
        <p:spPr>
          <a:xfrm>
            <a:off x="9118602" y="3239869"/>
            <a:ext cx="175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  <a:highlight>
                  <a:srgbClr val="FFFF00"/>
                </a:highlight>
              </a:rPr>
              <a:t>GAGAL</a:t>
            </a:r>
            <a:endParaRPr lang="en-US" sz="36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D427374F-8836-4815-A975-1EBC63BBF832}"/>
              </a:ext>
            </a:extLst>
          </p:cNvPr>
          <p:cNvSpPr/>
          <p:nvPr/>
        </p:nvSpPr>
        <p:spPr>
          <a:xfrm>
            <a:off x="15062200" y="5562600"/>
            <a:ext cx="1066800" cy="1143000"/>
          </a:xfrm>
          <a:prstGeom prst="triangl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!</a:t>
            </a:r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26F3EF-5FF0-48F6-97A8-C9D88F19B509}"/>
              </a:ext>
            </a:extLst>
          </p:cNvPr>
          <p:cNvSpPr txBox="1"/>
          <p:nvPr/>
        </p:nvSpPr>
        <p:spPr>
          <a:xfrm>
            <a:off x="7594600" y="3593812"/>
            <a:ext cx="1752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反抗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294630-0A15-499C-A2AD-7CBEDADB97DD}"/>
              </a:ext>
            </a:extLst>
          </p:cNvPr>
          <p:cNvSpPr txBox="1"/>
          <p:nvPr/>
        </p:nvSpPr>
        <p:spPr>
          <a:xfrm>
            <a:off x="2108200" y="2514600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王位傳承問題</a:t>
            </a:r>
            <a:endParaRPr lang="en-US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E5D5B1-3794-41DD-B349-6B19444BCE84}"/>
              </a:ext>
            </a:extLst>
          </p:cNvPr>
          <p:cNvSpPr txBox="1"/>
          <p:nvPr/>
        </p:nvSpPr>
        <p:spPr>
          <a:xfrm>
            <a:off x="8890000" y="4341167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財務問題</a:t>
            </a:r>
            <a:endParaRPr lang="en-US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25C36B-1628-4B0B-A0BE-4D8A5519440F}"/>
              </a:ext>
            </a:extLst>
          </p:cNvPr>
          <p:cNvSpPr txBox="1"/>
          <p:nvPr/>
        </p:nvSpPr>
        <p:spPr>
          <a:xfrm>
            <a:off x="13538200" y="3860452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英國人的逼迫</a:t>
            </a:r>
            <a:endParaRPr lang="en-US" sz="24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7B7279-264B-4F20-9CB4-FADE040F4586}"/>
              </a:ext>
            </a:extLst>
          </p:cNvPr>
          <p:cNvSpPr txBox="1"/>
          <p:nvPr/>
        </p:nvSpPr>
        <p:spPr>
          <a:xfrm>
            <a:off x="3860800" y="685800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反對的人</a:t>
            </a:r>
            <a:endParaRPr lang="en-US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61F10F-0CC6-49CB-89A1-9130519F3048}"/>
              </a:ext>
            </a:extLst>
          </p:cNvPr>
          <p:cNvSpPr txBox="1"/>
          <p:nvPr/>
        </p:nvSpPr>
        <p:spPr>
          <a:xfrm>
            <a:off x="10261602" y="916632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支持的人</a:t>
            </a:r>
            <a:endParaRPr lang="en-US" sz="24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05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30A2E3-6EF9-408D-B0D4-B0B21AB9E4BA}"/>
              </a:ext>
            </a:extLst>
          </p:cNvPr>
          <p:cNvSpPr txBox="1"/>
          <p:nvPr/>
        </p:nvSpPr>
        <p:spPr>
          <a:xfrm>
            <a:off x="1955800" y="1066800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highlight>
                  <a:srgbClr val="FFFF00"/>
                </a:highlight>
              </a:rPr>
              <a:t>重要事件！</a:t>
            </a:r>
            <a:endParaRPr lang="en-US" sz="36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47</Words>
  <Application>Microsoft Office PowerPoint</Application>
  <PresentationFormat>Custom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Avenir Next Cyr W04 Demi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ernqzhikong@gmail.com</cp:lastModifiedBy>
  <cp:revision>2</cp:revision>
  <dcterms:created xsi:type="dcterms:W3CDTF">2006-08-16T00:00:00Z</dcterms:created>
  <dcterms:modified xsi:type="dcterms:W3CDTF">2026-08-28T04:38:02Z</dcterms:modified>
</cp:coreProperties>
</file>