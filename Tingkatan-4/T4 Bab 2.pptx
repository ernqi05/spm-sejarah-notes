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01EB4B-1259-480D-8F36-8C09D5197116}"/>
              </a:ext>
            </a:extLst>
          </p:cNvPr>
          <p:cNvSpPr txBox="1"/>
          <p:nvPr/>
        </p:nvSpPr>
        <p:spPr>
          <a:xfrm>
            <a:off x="6604000" y="20574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Prepared By: Kong Ern </a:t>
            </a:r>
            <a:r>
              <a:rPr lang="en-US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Qzhi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Custom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Unicode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ernqzhikong@gmail.com</cp:lastModifiedBy>
  <cp:revision>2</cp:revision>
  <dcterms:created xsi:type="dcterms:W3CDTF">2006-08-16T00:00:00Z</dcterms:created>
  <dcterms:modified xsi:type="dcterms:W3CDTF">2026-08-28T04:49:19Z</dcterms:modified>
</cp:coreProperties>
</file>