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4F1FDD-A876-4D4F-A56A-5F2482A3ACE0}"/>
              </a:ext>
            </a:extLst>
          </p:cNvPr>
          <p:cNvSpPr txBox="1"/>
          <p:nvPr/>
        </p:nvSpPr>
        <p:spPr>
          <a:xfrm>
            <a:off x="3937000" y="1981200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 Light" panose="020B0502040204020203" pitchFamily="34" charset="0"/>
              </a:rPr>
              <a:t>Prepared By: Kong Ern </a:t>
            </a:r>
            <a:r>
              <a:rPr lang="en-US" dirty="0" err="1">
                <a:latin typeface="Bahnschrift Light" panose="020B0502040204020203" pitchFamily="34" charset="0"/>
              </a:rPr>
              <a:t>Qzhi</a:t>
            </a:r>
            <a:endParaRPr lang="en-US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Custom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Bahnschrift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ernqzhikong@gmail.com</cp:lastModifiedBy>
  <cp:revision>2</cp:revision>
  <dcterms:created xsi:type="dcterms:W3CDTF">2006-08-16T00:00:00Z</dcterms:created>
  <dcterms:modified xsi:type="dcterms:W3CDTF">2026-08-28T04:42:48Z</dcterms:modified>
</cp:coreProperties>
</file>